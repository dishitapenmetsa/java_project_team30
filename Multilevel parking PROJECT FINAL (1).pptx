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1431"/>
            <a:ext cx="18288000" cy="10244138"/>
          </a:xfrm>
          <a:custGeom>
            <a:avLst/>
            <a:gdLst/>
            <a:ahLst/>
            <a:cxnLst/>
            <a:rect l="l" t="t" r="r" b="b"/>
            <a:pathLst>
              <a:path w="18288000" h="10244138">
                <a:moveTo>
                  <a:pt x="0" y="0"/>
                </a:moveTo>
                <a:lnTo>
                  <a:pt x="18288000" y="0"/>
                </a:lnTo>
                <a:lnTo>
                  <a:pt x="18288000" y="10244138"/>
                </a:lnTo>
                <a:lnTo>
                  <a:pt x="0" y="10244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70740B-B5D0-BB14-875D-F76E44EAB133}"/>
              </a:ext>
            </a:extLst>
          </p:cNvPr>
          <p:cNvSpPr/>
          <p:nvPr/>
        </p:nvSpPr>
        <p:spPr>
          <a:xfrm>
            <a:off x="838200" y="4610100"/>
            <a:ext cx="15240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570" y="0"/>
            <a:ext cx="18136860" cy="10287000"/>
          </a:xfrm>
          <a:custGeom>
            <a:avLst/>
            <a:gdLst/>
            <a:ahLst/>
            <a:cxnLst/>
            <a:rect l="l" t="t" r="r" b="b"/>
            <a:pathLst>
              <a:path w="18136860" h="10287000">
                <a:moveTo>
                  <a:pt x="0" y="0"/>
                </a:moveTo>
                <a:lnTo>
                  <a:pt x="18136860" y="0"/>
                </a:lnTo>
                <a:lnTo>
                  <a:pt x="181368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144"/>
            <a:ext cx="18275318" cy="10294144"/>
          </a:xfrm>
          <a:custGeom>
            <a:avLst/>
            <a:gdLst/>
            <a:ahLst/>
            <a:cxnLst/>
            <a:rect l="l" t="t" r="r" b="b"/>
            <a:pathLst>
              <a:path w="18275318" h="10294144">
                <a:moveTo>
                  <a:pt x="0" y="0"/>
                </a:moveTo>
                <a:lnTo>
                  <a:pt x="18275318" y="0"/>
                </a:lnTo>
                <a:lnTo>
                  <a:pt x="18275318" y="10294144"/>
                </a:lnTo>
                <a:lnTo>
                  <a:pt x="0" y="102941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5563" y="77785"/>
            <a:ext cx="18433563" cy="10052052"/>
          </a:xfrm>
          <a:custGeom>
            <a:avLst/>
            <a:gdLst/>
            <a:ahLst/>
            <a:cxnLst/>
            <a:rect l="l" t="t" r="r" b="b"/>
            <a:pathLst>
              <a:path w="18433563" h="10052052">
                <a:moveTo>
                  <a:pt x="0" y="0"/>
                </a:moveTo>
                <a:lnTo>
                  <a:pt x="18433563" y="0"/>
                </a:lnTo>
                <a:lnTo>
                  <a:pt x="18433563" y="10052053"/>
                </a:lnTo>
                <a:lnTo>
                  <a:pt x="0" y="100520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7150"/>
            <a:ext cx="18288000" cy="10172700"/>
          </a:xfrm>
          <a:custGeom>
            <a:avLst/>
            <a:gdLst/>
            <a:ahLst/>
            <a:cxnLst/>
            <a:rect l="l" t="t" r="r" b="b"/>
            <a:pathLst>
              <a:path w="18288000" h="10172700">
                <a:moveTo>
                  <a:pt x="0" y="0"/>
                </a:moveTo>
                <a:lnTo>
                  <a:pt x="18288000" y="0"/>
                </a:lnTo>
                <a:lnTo>
                  <a:pt x="18288000" y="10172700"/>
                </a:lnTo>
                <a:lnTo>
                  <a:pt x="0" y="1017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519" y="0"/>
            <a:ext cx="18186961" cy="10287000"/>
          </a:xfrm>
          <a:custGeom>
            <a:avLst/>
            <a:gdLst/>
            <a:ahLst/>
            <a:cxnLst/>
            <a:rect l="l" t="t" r="r" b="b"/>
            <a:pathLst>
              <a:path w="18186961" h="10287000">
                <a:moveTo>
                  <a:pt x="0" y="0"/>
                </a:moveTo>
                <a:lnTo>
                  <a:pt x="18186962" y="0"/>
                </a:lnTo>
                <a:lnTo>
                  <a:pt x="181869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5719"/>
            <a:ext cx="18288000" cy="10215562"/>
          </a:xfrm>
          <a:custGeom>
            <a:avLst/>
            <a:gdLst/>
            <a:ahLst/>
            <a:cxnLst/>
            <a:rect l="l" t="t" r="r" b="b"/>
            <a:pathLst>
              <a:path w="18288000" h="10215562">
                <a:moveTo>
                  <a:pt x="0" y="0"/>
                </a:moveTo>
                <a:lnTo>
                  <a:pt x="18288000" y="0"/>
                </a:lnTo>
                <a:lnTo>
                  <a:pt x="18288000" y="10215562"/>
                </a:lnTo>
                <a:lnTo>
                  <a:pt x="0" y="10215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0006"/>
            <a:ext cx="18288000" cy="10186988"/>
          </a:xfrm>
          <a:custGeom>
            <a:avLst/>
            <a:gdLst/>
            <a:ahLst/>
            <a:cxnLst/>
            <a:rect l="l" t="t" r="r" b="b"/>
            <a:pathLst>
              <a:path w="18288000" h="10186988">
                <a:moveTo>
                  <a:pt x="0" y="0"/>
                </a:moveTo>
                <a:lnTo>
                  <a:pt x="18288000" y="0"/>
                </a:lnTo>
                <a:lnTo>
                  <a:pt x="18288000" y="10186988"/>
                </a:lnTo>
                <a:lnTo>
                  <a:pt x="0" y="101869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Brown Aesthetic Simple Research Project Presentation</dc:title>
  <dc:creator>Sahithi Ayyagari</dc:creator>
  <cp:lastModifiedBy>sahithi.ayyagari7@outlook.com</cp:lastModifiedBy>
  <cp:revision>2</cp:revision>
  <dcterms:created xsi:type="dcterms:W3CDTF">2006-08-16T00:00:00Z</dcterms:created>
  <dcterms:modified xsi:type="dcterms:W3CDTF">2026-10-06T05:59:34Z</dcterms:modified>
  <dc:identifier>DAGm9ZJSY-E</dc:identifier>
</cp:coreProperties>
</file>